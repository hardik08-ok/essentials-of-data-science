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1594" y="67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3/16/2026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Python Functions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dirty="0"/>
              <a:t>Name: </a:t>
            </a:r>
            <a:r>
              <a:rPr lang="en-US" dirty="0"/>
              <a:t>Hardik Devale</a:t>
            </a:r>
            <a:endParaRPr dirty="0"/>
          </a:p>
          <a:p>
            <a:r>
              <a:rPr dirty="0"/>
              <a:t>PRN: </a:t>
            </a:r>
            <a:r>
              <a:rPr lang="en-US" dirty="0"/>
              <a:t>202501040021</a:t>
            </a:r>
            <a:endParaRPr dirty="0"/>
          </a:p>
          <a:p>
            <a:r>
              <a:rPr dirty="0"/>
              <a:t>DIV: </a:t>
            </a:r>
            <a:r>
              <a:rPr lang="en-US" dirty="0"/>
              <a:t>CS1</a:t>
            </a:r>
            <a:endParaRPr dirty="0"/>
          </a:p>
          <a:p>
            <a:r>
              <a:rPr dirty="0"/>
              <a:t>Batch: </a:t>
            </a:r>
            <a:r>
              <a:rPr lang="en-US" dirty="0"/>
              <a:t>C11</a:t>
            </a:r>
            <a:endParaRPr dirty="0"/>
          </a:p>
          <a:p>
            <a:r>
              <a:rPr dirty="0"/>
              <a:t>Topic: Python Functions</a:t>
            </a:r>
          </a:p>
          <a:p>
            <a:r>
              <a:rPr dirty="0"/>
              <a:t>Goal: Explain concept, analyze problem, design solution and implement in Python.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What is a Function?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A function is a reusable block of code.</a:t>
            </a:r>
          </a:p>
          <a:p>
            <a:r>
              <a:rPr dirty="0"/>
              <a:t> It performs a specific task.</a:t>
            </a:r>
          </a:p>
          <a:p>
            <a:r>
              <a:rPr dirty="0"/>
              <a:t> It has a name and can be called many times.</a:t>
            </a:r>
          </a:p>
          <a:p>
            <a:r>
              <a:rPr dirty="0"/>
              <a:t> It improves code organization and readability.</a:t>
            </a:r>
          </a:p>
          <a:p>
            <a:r>
              <a:rPr dirty="0"/>
              <a:t> Python uses the keyword 'def' to define functions.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Syntax of Function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dirty="0"/>
              <a:t>Basic structure:</a:t>
            </a:r>
          </a:p>
          <a:p>
            <a:endParaRPr dirty="0"/>
          </a:p>
          <a:p>
            <a:r>
              <a:rPr dirty="0"/>
              <a:t>def </a:t>
            </a:r>
            <a:r>
              <a:rPr dirty="0" err="1"/>
              <a:t>function_name</a:t>
            </a:r>
            <a:r>
              <a:rPr dirty="0"/>
              <a:t>():</a:t>
            </a:r>
          </a:p>
          <a:p>
            <a:pPr marL="0" indent="0">
              <a:buNone/>
            </a:pPr>
            <a:r>
              <a:rPr dirty="0"/>
              <a:t>    statement</a:t>
            </a:r>
          </a:p>
          <a:p>
            <a:endParaRPr dirty="0"/>
          </a:p>
          <a:p>
            <a:r>
              <a:rPr dirty="0"/>
              <a:t>Example:</a:t>
            </a:r>
          </a:p>
          <a:p>
            <a:r>
              <a:rPr dirty="0"/>
              <a:t>def hello():</a:t>
            </a:r>
          </a:p>
          <a:p>
            <a:pPr marL="0" indent="0">
              <a:buNone/>
            </a:pPr>
            <a:r>
              <a:rPr dirty="0"/>
              <a:t>    print('Hello World')</a:t>
            </a:r>
          </a:p>
          <a:p>
            <a:endParaRPr dirty="0"/>
          </a:p>
          <a:p>
            <a:r>
              <a:rPr dirty="0"/>
              <a:t>hello()  # calling the function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Analysis of the Problem (Factorial)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Problem: Find factorial of a number.</a:t>
            </a:r>
          </a:p>
          <a:p>
            <a:endParaRPr/>
          </a:p>
          <a:p>
            <a:r>
              <a:t>Factorial means multiplying all numbers from 1 to n.</a:t>
            </a:r>
          </a:p>
          <a:p>
            <a:r>
              <a:t>Example:</a:t>
            </a:r>
          </a:p>
          <a:p>
            <a:r>
              <a:t>5! = 5 × 4 × 3 × 2 × 1 = 120</a:t>
            </a:r>
          </a:p>
          <a:p>
            <a:endParaRPr/>
          </a:p>
          <a:p>
            <a:r>
              <a:t>Steps to solve:</a:t>
            </a:r>
          </a:p>
          <a:p>
            <a:r>
              <a:t>1. Take input from user</a:t>
            </a:r>
          </a:p>
          <a:p>
            <a:r>
              <a:t>2. Multiply numbers from 1 to n</a:t>
            </a:r>
          </a:p>
          <a:p>
            <a:r>
              <a:t>3. Display result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Design Solution (Algorithm)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Algorithm:</a:t>
            </a:r>
          </a:p>
          <a:p>
            <a:r>
              <a:t>1. Start</a:t>
            </a:r>
          </a:p>
          <a:p>
            <a:r>
              <a:t>2. Input number n</a:t>
            </a:r>
          </a:p>
          <a:p>
            <a:r>
              <a:t>3. Create variable result = 1</a:t>
            </a:r>
          </a:p>
          <a:p>
            <a:r>
              <a:t>4. Loop from 1 to n</a:t>
            </a:r>
          </a:p>
          <a:p>
            <a:r>
              <a:t>5. Multiply result by current number</a:t>
            </a:r>
          </a:p>
          <a:p>
            <a:r>
              <a:t>6. Return result</a:t>
            </a:r>
          </a:p>
          <a:p>
            <a:r>
              <a:t>7. Print factorial</a:t>
            </a:r>
          </a:p>
          <a:p>
            <a:r>
              <a:t>8. End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Incorrect Factorial Code Example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dirty="0"/>
              <a:t>def factorial(n):</a:t>
            </a:r>
          </a:p>
          <a:p>
            <a:r>
              <a:rPr dirty="0"/>
              <a:t>    result = 1</a:t>
            </a:r>
          </a:p>
          <a:p>
            <a:r>
              <a:rPr dirty="0"/>
              <a:t>    for </a:t>
            </a:r>
            <a:r>
              <a:rPr dirty="0" err="1"/>
              <a:t>i</a:t>
            </a:r>
            <a:r>
              <a:rPr dirty="0"/>
              <a:t> in range(1,n):   # does not include n</a:t>
            </a:r>
          </a:p>
          <a:p>
            <a:r>
              <a:rPr dirty="0"/>
              <a:t>        result = result * </a:t>
            </a:r>
            <a:r>
              <a:rPr dirty="0" err="1"/>
              <a:t>i</a:t>
            </a:r>
            <a:endParaRPr dirty="0"/>
          </a:p>
          <a:p>
            <a:endParaRPr dirty="0"/>
          </a:p>
          <a:p>
            <a:r>
              <a:rPr dirty="0"/>
              <a:t>num = int(input('Enter number: '))</a:t>
            </a:r>
          </a:p>
          <a:p>
            <a:r>
              <a:rPr dirty="0"/>
              <a:t>print('Factorial is:', result)  # result not returned from function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Correct Factorial Code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def factorial(n):</a:t>
            </a:r>
          </a:p>
          <a:p>
            <a:r>
              <a:t>    result = 1</a:t>
            </a:r>
          </a:p>
          <a:p>
            <a:r>
              <a:t>    for i in range(1, n+1):</a:t>
            </a:r>
          </a:p>
          <a:p>
            <a:r>
              <a:t>        result = result * i</a:t>
            </a:r>
          </a:p>
          <a:p>
            <a:r>
              <a:t>    return result</a:t>
            </a:r>
          </a:p>
          <a:p>
            <a:endParaRPr/>
          </a:p>
          <a:p>
            <a:r>
              <a:t>num = int(input('Enter number: '))</a:t>
            </a:r>
          </a:p>
          <a:p>
            <a:r>
              <a:t>print('Factorial is:', factorial(num))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Problem Solving Explanation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 The function factorial() solves the problem logically.</a:t>
            </a:r>
          </a:p>
          <a:p>
            <a:r>
              <a:rPr dirty="0"/>
              <a:t> Loop multiplies numbers step by step.</a:t>
            </a:r>
          </a:p>
          <a:p>
            <a:r>
              <a:rPr dirty="0"/>
              <a:t> Function can be reused for any number.</a:t>
            </a:r>
          </a:p>
          <a:p>
            <a:r>
              <a:rPr dirty="0"/>
              <a:t> This shows how functions help solve complex problems efficiently.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Professional Practice &amp; Ethics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 Code is written clearly and logically.</a:t>
            </a:r>
          </a:p>
          <a:p>
            <a:r>
              <a:rPr dirty="0"/>
              <a:t> Variable names are meaningful.</a:t>
            </a:r>
          </a:p>
          <a:p>
            <a:r>
              <a:rPr dirty="0"/>
              <a:t> Program takes user input responsibly.</a:t>
            </a:r>
          </a:p>
          <a:p>
            <a:r>
              <a:rPr dirty="0"/>
              <a:t> Reusable function design follows good programming practices.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43</TotalTime>
  <Words>410</Words>
  <Application>Microsoft Office PowerPoint</Application>
  <PresentationFormat>On-screen Show (4:3)</PresentationFormat>
  <Paragraphs>72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Python Functions </vt:lpstr>
      <vt:lpstr>What is a Function?</vt:lpstr>
      <vt:lpstr>Syntax of Function</vt:lpstr>
      <vt:lpstr>Analysis of the Problem (Factorial)</vt:lpstr>
      <vt:lpstr>Design Solution (Algorithm)</vt:lpstr>
      <vt:lpstr>Incorrect Factorial Code Example</vt:lpstr>
      <vt:lpstr>Correct Factorial Code</vt:lpstr>
      <vt:lpstr>Problem Solving Explanation</vt:lpstr>
      <vt:lpstr>Professional Practice &amp; Ethics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8k ⠀</dc:creator>
  <cp:keywords/>
  <dc:description>generated using python-pptx</dc:description>
  <cp:lastModifiedBy>8k ⠀</cp:lastModifiedBy>
  <cp:revision>2</cp:revision>
  <dcterms:created xsi:type="dcterms:W3CDTF">2013-01-27T09:14:16Z</dcterms:created>
  <dcterms:modified xsi:type="dcterms:W3CDTF">2026-03-16T11:42:18Z</dcterms:modified>
  <cp:category/>
</cp:coreProperties>
</file>